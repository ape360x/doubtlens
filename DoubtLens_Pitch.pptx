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EDUCATION TRACK  ·  MULTIMODAL AI HACKATHON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DoubtLens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Snap the worksheet. Get the next step.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multimodal tutor that reads a problem photo and teaches one move at a time.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— 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6309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Students get stuck on the next move, not the final answer.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photograph the page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334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question is on paper, not typed into a chatbot.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Generic AI dumps x = 11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73075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That ends the thinking instead of starting 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Teachers cannot sit beside every desk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8280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student needs one safe next step, now.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— 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/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6309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 the page. Teach the next step.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FFB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677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Photo in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Worksheet, textbook, or handwriting.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FFB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2677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Hint first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6974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full answer unless the student asks.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FFB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96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a step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tutor checks the attempt, not only the result.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FFBF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096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 out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4526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similar questions from the same idea.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—  MULTIMODAL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6309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model has to see the page.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 + grade + language + help mode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2880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Vision model returns strict JSON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20240" y="3794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locks the full solution until asked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 writes an attempt and gets a nudge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— 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/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6309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Algebra page → next step, not x = 11.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on the page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Solve for x: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3(x − 2) + 5 = 2x + 10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DoubtLens next step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Expand the brackets.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times both terms: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3x − 6, not 3x − 2.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Then the student types their own step. The tutor marks on-track, almost, or off-track.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— 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/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6309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Shipped as a 15-day student MVP.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HTML / CSS / JS, no build step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FastAPI + strict JSON schema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3749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Gemini or OpenAI, demo fallback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4617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School work only, human-check flag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— 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/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6309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DoubtLens does not finish the homework.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makes the next step small enough to try.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Next: circle one question on a busy page, check handwriting, and add a teacher review view.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Multimodal AI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DoubtLens</dc:title>
  <dc:subject>PptxGenJS Presentation</dc:subject>
  <dc:creator>Student team</dc:creator>
  <cp:lastModifiedBy>Student team</cp:lastModifiedBy>
  <cp:revision>1</cp:revision>
  <dcterms:created xsi:type="dcterms:W3CDTF">2026-09-28T18:25:51Z</dcterms:created>
  <dcterms:modified xsi:type="dcterms:W3CDTF">2026-09-28T18:25:51Z</dcterms:modified>
</cp:coreProperties>
</file>